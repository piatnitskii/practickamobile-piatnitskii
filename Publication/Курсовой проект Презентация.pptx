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61" r:id="rId4"/>
    <p:sldId id="273" r:id="rId5"/>
    <p:sldId id="274" r:id="rId6"/>
    <p:sldId id="27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23BA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336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Учебная практика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Разработка мобильного приложения магазина одежды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088674832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Пятницкий Сергей Юрьевич</a:t>
                      </a:r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Обзор реализации 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0658" y="1482810"/>
            <a:ext cx="11656541" cy="5263979"/>
          </a:xfrm>
        </p:spPr>
        <p:txBody>
          <a:bodyPr>
            <a:noAutofit/>
          </a:bodyPr>
          <a:lstStyle/>
          <a:p>
            <a:pPr marL="0" indent="540000" algn="just">
              <a:spcBef>
                <a:spcPts val="0"/>
              </a:spcBef>
              <a:buNone/>
            </a:pPr>
            <a:r>
              <a:rPr lang="ru-RU" dirty="0" smtClean="0"/>
              <a:t>Мобильное приложение “</a:t>
            </a:r>
            <a:r>
              <a:rPr lang="en-US" dirty="0" smtClean="0"/>
              <a:t>Shoe Shop</a:t>
            </a:r>
            <a:r>
              <a:rPr lang="ru-RU" dirty="0" smtClean="0"/>
              <a:t>" — это удобное и производительное решение для </a:t>
            </a:r>
            <a:r>
              <a:rPr lang="ru-RU" dirty="0" err="1" smtClean="0"/>
              <a:t>онлайн-шопинга</a:t>
            </a:r>
            <a:r>
              <a:rPr lang="ru-RU" dirty="0" smtClean="0"/>
              <a:t> </a:t>
            </a:r>
            <a:r>
              <a:rPr lang="ru-RU" dirty="0" smtClean="0"/>
              <a:t>различной обуви, </a:t>
            </a:r>
            <a:r>
              <a:rPr lang="ru-RU" dirty="0" smtClean="0"/>
              <a:t>с интуитивным интерфейсом, быстрой навигацией и </a:t>
            </a:r>
            <a:r>
              <a:rPr lang="ru-RU" dirty="0" err="1" smtClean="0"/>
              <a:t>seamless</a:t>
            </a:r>
            <a:r>
              <a:rPr lang="ru-RU" dirty="0" smtClean="0"/>
              <a:t> опытом пользователя на </a:t>
            </a:r>
            <a:r>
              <a:rPr lang="ru-RU" dirty="0" err="1" smtClean="0"/>
              <a:t>iOS</a:t>
            </a:r>
            <a:r>
              <a:rPr lang="ru-RU" dirty="0" smtClean="0"/>
              <a:t>/</a:t>
            </a:r>
            <a:r>
              <a:rPr lang="ru-RU" dirty="0" err="1" smtClean="0"/>
              <a:t>Android</a:t>
            </a:r>
            <a:r>
              <a:rPr lang="ru-RU" dirty="0" smtClean="0"/>
              <a:t>. </a:t>
            </a:r>
            <a:endParaRPr lang="ru-RU" dirty="0" smtClean="0"/>
          </a:p>
          <a:p>
            <a:pPr marL="0" indent="540000" algn="just">
              <a:spcBef>
                <a:spcPts val="0"/>
              </a:spcBef>
              <a:buNone/>
            </a:pPr>
            <a:r>
              <a:rPr lang="ru-RU" dirty="0" smtClean="0"/>
              <a:t>Приложение имеет удобную </a:t>
            </a:r>
            <a:r>
              <a:rPr lang="ru-RU" dirty="0" smtClean="0"/>
              <a:t>структуру</a:t>
            </a:r>
            <a:r>
              <a:rPr lang="ru-RU" dirty="0" smtClean="0"/>
              <a:t>, созданное с использованием современных инструментов </a:t>
            </a:r>
            <a:r>
              <a:rPr lang="ru-RU" dirty="0" smtClean="0"/>
              <a:t>разработки.</a:t>
            </a:r>
          </a:p>
          <a:p>
            <a:pPr marL="0" indent="540000" algn="just">
              <a:spcBef>
                <a:spcPts val="0"/>
              </a:spcBef>
              <a:buNone/>
            </a:pPr>
            <a:r>
              <a:rPr lang="ru-RU" dirty="0" smtClean="0"/>
              <a:t>Эта структура гарантирует высокую надежность и легкость дальнейшего развития: каждый модуль отвечает за свою задачу, что ускоряет обновления и добавление новых функций. Интерфейс мгновенно реагирует на действия пользователя благодаря продуманным механизмам обновления данных, а система хранения информации обеспечивает бесперебойную работу</a:t>
            </a:r>
            <a:endParaRPr lang="ru-RU" dirty="0" smtClean="0"/>
          </a:p>
        </p:txBody>
      </p:sp>
    </p:spTree>
    <p:extLst>
      <p:ext uri="{BB962C8B-B14F-4D97-AF65-F5344CB8AC3E}">
        <p14:creationId xmlns=""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0DBEFCD6-D3F6-857A-A55D-CCF499E90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800" y="1352153"/>
            <a:ext cx="6685917" cy="542961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71465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36C0DBA-6C30-4CE3-062C-FB85A633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739F4A2-BE2D-F2E8-11D9-B28F9C2F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4836A63-6730-2201-6EE6-DD30F26B5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54" y="1359243"/>
            <a:ext cx="11969578" cy="5498757"/>
          </a:xfrm>
        </p:spPr>
        <p:txBody>
          <a:bodyPr>
            <a:normAutofit fontScale="92500"/>
          </a:bodyPr>
          <a:lstStyle/>
          <a:p>
            <a:pPr marL="0" indent="540000" algn="just">
              <a:spcBef>
                <a:spcPts val="0"/>
              </a:spcBef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 разработке приложения использовались следующие архитектурные решения: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 err="1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для UI.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Архитектура MVVM (Model-View-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для разделения логики и представления.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Shared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preferenc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это механизм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хранения простых данных в формате ключ-значение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key-value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 err="1">
                <a:latin typeface="Times New Roman" pitchFamily="18" charset="0"/>
                <a:cs typeface="Times New Roman" pitchFamily="18" charset="0"/>
              </a:rPr>
              <a:t>StateFlow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реактивный поток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Coroutines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хранит текущее состояние и автоматически уведомляет всех подписчиков об изменениях.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 err="1">
                <a:latin typeface="Times New Roman" pitchFamily="18" charset="0"/>
                <a:cs typeface="Times New Roman" pitchFamily="18" charset="0"/>
              </a:rPr>
              <a:t>Repository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Pattern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для работы с данными</a:t>
            </a:r>
          </a:p>
          <a:p>
            <a:pPr marL="0" indent="540000" algn="just">
              <a:spcBef>
                <a:spcPts val="0"/>
              </a:spcBef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5557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5D5BBD2-AC55-51DA-B174-63D1649D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FCAE6E8-39D7-1530-77CB-2650D780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00B0F0"/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Используемые 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211B4671-57B7-7403-475C-E02F9AB52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619795"/>
            <a:ext cx="11087100" cy="4424680"/>
          </a:xfrm>
        </p:spPr>
        <p:txBody>
          <a:bodyPr>
            <a:normAutofit/>
          </a:bodyPr>
          <a:lstStyle/>
          <a:p>
            <a:pPr marL="0" indent="540000" algn="just"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разработке приложения использовались следующие библиотеки: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Retrofit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взаимодействия с REST API.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Coil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загрузки изображений.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Hilt Navigation Compose 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Hilt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Jetpack Compose Navigation,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упрощает передачу зависимостей между экранами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Gson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работы с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форматом.</a:t>
            </a:r>
          </a:p>
          <a:p>
            <a:pPr marL="0" indent="450000" algn="just">
              <a:lnSpc>
                <a:spcPct val="150000"/>
              </a:lnSpc>
              <a:spcBef>
                <a:spcPts val="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0000" algn="just">
              <a:lnSpc>
                <a:spcPct val="150000"/>
              </a:lnSpc>
            </a:pPr>
            <a:endParaRPr lang="ru-RU" dirty="0"/>
          </a:p>
          <a:p>
            <a:pPr marL="0" indent="540000" algn="just">
              <a:spcBef>
                <a:spcPts val="0"/>
              </a:spcBef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44740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4131DBF-F67F-321F-064C-EF9C2817A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6B1980C-C5A7-140A-EEAB-D5C4328C3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Учебная практика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FE6CAAA4-3022-C59D-B7C0-05696F0E9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Разработка мобильного приложения магазина одежды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0576D228-6E50-6965-6CAE-460D4772A211}"/>
              </a:ext>
            </a:extLst>
          </p:cNvPr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="" xmlns:a16="http://schemas.microsoft.com/office/drawing/2014/main" id="{92FFF80C-668B-6DD6-E73D-4C19B99F0F38}"/>
              </a:ext>
            </a:extLst>
          </p:cNvPr>
          <p:cNvGraphicFramePr>
            <a:graphicFrameLocks noGrp="1"/>
          </p:cNvGraphicFramePr>
          <p:nvPr/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Пятницкий Сергей Юрьевич</a:t>
                      </a:r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1248E6C9-6B8D-DCAD-04F6-65152AC3349C}"/>
              </a:ext>
            </a:extLst>
          </p:cNvPr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="" xmlns:p14="http://schemas.microsoft.com/office/powerpoint/2010/main" val="36226719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835</TotalTime>
  <Words>205</Words>
  <Application>Microsoft Office PowerPoint</Application>
  <PresentationFormat>Произвольный</PresentationFormat>
  <Paragraphs>39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Учебная практика </vt:lpstr>
      <vt:lpstr>Обзор реализации приложения</vt:lpstr>
      <vt:lpstr>Диаграмма вариантов использования</vt:lpstr>
      <vt:lpstr>Архитектурные решения</vt:lpstr>
      <vt:lpstr>Используемые библиотеки</vt:lpstr>
      <vt:lpstr>Учебная практика 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android243</cp:lastModifiedBy>
  <cp:revision>61</cp:revision>
  <dcterms:created xsi:type="dcterms:W3CDTF">2022-06-15T10:15:27Z</dcterms:created>
  <dcterms:modified xsi:type="dcterms:W3CDTF">2025-12-20T08:08:50Z</dcterms:modified>
</cp:coreProperties>
</file>