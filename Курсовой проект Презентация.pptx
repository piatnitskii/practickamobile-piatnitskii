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1" r:id="rId4"/>
    <p:sldId id="273" r:id="rId5"/>
    <p:sldId id="274" r:id="rId6"/>
    <p:sldId id="2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26" y="6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7030A0"/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Учебная практика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Разработка мобильного приложения магазина одежды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74832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Пятницкий Сергей Юрьевич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Обзор реализации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828800"/>
            <a:ext cx="11087100" cy="4013200"/>
          </a:xfrm>
        </p:spPr>
        <p:txBody>
          <a:bodyPr>
            <a:normAutofit/>
          </a:bodyPr>
          <a:lstStyle/>
          <a:p>
            <a:pPr marL="0" indent="540000" algn="just"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BEFCD6-D3F6-857A-A55D-CCF499E9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800" y="1352153"/>
            <a:ext cx="6685917" cy="542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6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0DBA-6C30-4CE3-062C-FB85A633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9F4A2-BE2D-F2E8-11D9-B28F9C2F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836A63-6730-2201-6EE6-DD30F26B5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619795"/>
            <a:ext cx="11087100" cy="4424680"/>
          </a:xfrm>
        </p:spPr>
        <p:txBody>
          <a:bodyPr>
            <a:normAutofit lnSpcReduction="10000"/>
          </a:bodyPr>
          <a:lstStyle/>
          <a:p>
            <a:pPr marL="0" indent="540000" algn="just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разработке приложения использовались следующие архитектурные решения: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/>
              <a:t>Jetpack</a:t>
            </a:r>
            <a:r>
              <a:rPr lang="ru-RU" dirty="0"/>
              <a:t> </a:t>
            </a:r>
            <a:r>
              <a:rPr lang="ru-RU" dirty="0" err="1"/>
              <a:t>Compose</a:t>
            </a:r>
            <a:r>
              <a:rPr lang="ru-RU" dirty="0"/>
              <a:t> для UI.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Архитектура MVVM (Model-View-</a:t>
            </a:r>
            <a:r>
              <a:rPr lang="ru-RU" dirty="0" err="1"/>
              <a:t>ViewModel</a:t>
            </a:r>
            <a:r>
              <a:rPr lang="ru-RU" dirty="0"/>
              <a:t>) для разделения логики и представления.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Shared </a:t>
            </a:r>
            <a:r>
              <a:rPr lang="en-US" dirty="0" err="1"/>
              <a:t>preferenc</a:t>
            </a:r>
            <a:endParaRPr lang="en-US" dirty="0"/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/>
              <a:t>StateFlow</a:t>
            </a:r>
            <a:r>
              <a:rPr lang="ru-RU" dirty="0"/>
              <a:t> для реактивности.</a:t>
            </a:r>
            <a:endParaRPr lang="en-US" dirty="0"/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/>
              <a:t>Repository</a:t>
            </a:r>
            <a:r>
              <a:rPr lang="ru-RU" dirty="0"/>
              <a:t> </a:t>
            </a:r>
            <a:r>
              <a:rPr lang="ru-RU" dirty="0" err="1"/>
              <a:t>Pattern</a:t>
            </a:r>
            <a:r>
              <a:rPr lang="ru-RU" dirty="0"/>
              <a:t> для работы с данными</a:t>
            </a:r>
          </a:p>
          <a:p>
            <a:pPr marL="0" indent="540000" algn="just"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57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BBD2-AC55-51DA-B174-63D1649D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CAE6E8-39D7-1530-77CB-2650D780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B4671-57B7-7403-475C-E02F9AB52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619795"/>
            <a:ext cx="11087100" cy="4424680"/>
          </a:xfrm>
        </p:spPr>
        <p:txBody>
          <a:bodyPr>
            <a:normAutofit/>
          </a:bodyPr>
          <a:lstStyle/>
          <a:p>
            <a:pPr marL="0" indent="540000" algn="just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разработке приложения использовались следующие библиотеки:</a:t>
            </a:r>
          </a:p>
          <a:p>
            <a:pPr marL="0" indent="450000" algn="just">
              <a:lnSpc>
                <a:spcPct val="150000"/>
              </a:lnSpc>
            </a:pPr>
            <a:r>
              <a:rPr lang="ru-RU" dirty="0" err="1"/>
              <a:t>Retrofit</a:t>
            </a:r>
            <a:r>
              <a:rPr lang="ru-RU" dirty="0"/>
              <a:t> — для взаимодействия с REST API.</a:t>
            </a:r>
          </a:p>
          <a:p>
            <a:pPr marL="0" indent="450000" algn="just">
              <a:lnSpc>
                <a:spcPct val="150000"/>
              </a:lnSpc>
            </a:pPr>
            <a:r>
              <a:rPr lang="ru-RU" dirty="0" err="1"/>
              <a:t>Room</a:t>
            </a:r>
            <a:r>
              <a:rPr lang="ru-RU" dirty="0"/>
              <a:t> — для локального хранения данных (если есть кэширование).</a:t>
            </a:r>
          </a:p>
          <a:p>
            <a:pPr marL="0" indent="450000" algn="just">
              <a:lnSpc>
                <a:spcPct val="150000"/>
              </a:lnSpc>
            </a:pPr>
            <a:r>
              <a:rPr lang="en-US" dirty="0"/>
              <a:t>Coil — </a:t>
            </a:r>
            <a:r>
              <a:rPr lang="ru-RU" dirty="0"/>
              <a:t>для загрузки изображений.</a:t>
            </a:r>
          </a:p>
          <a:p>
            <a:pPr marL="0" indent="450000" algn="just">
              <a:lnSpc>
                <a:spcPct val="150000"/>
              </a:lnSpc>
            </a:pPr>
            <a:r>
              <a:rPr lang="en-US" dirty="0"/>
              <a:t>Hilt Navigation Compose — </a:t>
            </a:r>
            <a:r>
              <a:rPr lang="ru-RU" dirty="0"/>
              <a:t>интеграция </a:t>
            </a:r>
            <a:r>
              <a:rPr lang="en-US" dirty="0"/>
              <a:t>Hilt </a:t>
            </a:r>
            <a:r>
              <a:rPr lang="ru-RU" dirty="0"/>
              <a:t>с </a:t>
            </a:r>
            <a:r>
              <a:rPr lang="en-US" dirty="0"/>
              <a:t>Jetpack Compose Navigation, </a:t>
            </a:r>
            <a:r>
              <a:rPr lang="ru-RU" dirty="0"/>
              <a:t>упрощает передачу зависимостей между экранами.</a:t>
            </a:r>
          </a:p>
          <a:p>
            <a:pPr marL="0" indent="450000" algn="just">
              <a:lnSpc>
                <a:spcPct val="150000"/>
              </a:lnSpc>
            </a:pPr>
            <a:endParaRPr lang="ru-RU" dirty="0"/>
          </a:p>
          <a:p>
            <a:pPr marL="0" indent="540000" algn="just"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4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31DBF-F67F-321F-064C-EF9C2817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1980C-C5A7-140A-EEAB-D5C4328C3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7030A0"/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Учебная практика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6CAAA4-3022-C59D-B7C0-05696F0E9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Разработка мобильного приложения магазина одежды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76D228-6E50-6965-6CAE-460D4772A211}"/>
              </a:ext>
            </a:extLst>
          </p:cNvPr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2FFF80C-668B-6DD6-E73D-4C19B99F0F38}"/>
              </a:ext>
            </a:extLst>
          </p:cNvPr>
          <p:cNvGraphicFramePr>
            <a:graphicFrameLocks noGrp="1"/>
          </p:cNvGraphicFramePr>
          <p:nvPr/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Пятницкий Сергей Юрьевич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48E6C9-6B8D-DCAD-04F6-65152AC3349C}"/>
              </a:ext>
            </a:extLst>
          </p:cNvPr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622671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802</TotalTime>
  <Words>189</Words>
  <Application>Microsoft Office PowerPoint</Application>
  <PresentationFormat>Широкоэкранный</PresentationFormat>
  <Paragraphs>37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Учебная практика </vt:lpstr>
      <vt:lpstr>Обзор реализации приложения</vt:lpstr>
      <vt:lpstr>Диаграмма вариантов использования</vt:lpstr>
      <vt:lpstr>Архитектурные решения</vt:lpstr>
      <vt:lpstr>Используемые библиотеки</vt:lpstr>
      <vt:lpstr>Учебная практика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Сергей Пятницкий</cp:lastModifiedBy>
  <cp:revision>51</cp:revision>
  <dcterms:created xsi:type="dcterms:W3CDTF">2022-06-15T10:15:27Z</dcterms:created>
  <dcterms:modified xsi:type="dcterms:W3CDTF">2025-12-19T18:39:33Z</dcterms:modified>
</cp:coreProperties>
</file>